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FUUAST CMS - Complaint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Final Year Project | Federal Urdu University | Aimal Khan Ahmed Khan | FCMS-2026-0001 | 48 Commits | Anonymous | 72h Escalation | Email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• Manual system: Papers lost, no tracking, no transparency</a:t>
            </a:r>
          </a:p>
          <a:p>
            <a:pPr>
              <a:spcAft>
                <a:spcPts val="800"/>
              </a:spcAft>
              <a:defRPr sz="1600"/>
            </a:pPr>
            <a:r>
              <a:t>• Students afraid to complain due to identity reveal</a:t>
            </a:r>
          </a:p>
          <a:p>
            <a:pPr>
              <a:spcAft>
                <a:spcPts val="800"/>
              </a:spcAft>
              <a:defRPr sz="1600"/>
            </a:pPr>
            <a:r>
              <a:t>• No escalation if coordinator doesn't act for 72h</a:t>
            </a:r>
          </a:p>
          <a:p>
            <a:pPr>
              <a:spcAft>
                <a:spcPts val="800"/>
              </a:spcAft>
              <a:defRPr sz="1600"/>
            </a:pPr>
            <a:r>
              <a:t>• No email notification on status change</a:t>
            </a:r>
          </a:p>
          <a:p>
            <a:pPr>
              <a:spcAft>
                <a:spcPts val="800"/>
              </a:spcAft>
              <a:defRPr sz="1600"/>
            </a:pPr>
            <a:r>
              <a:t>• Solution: Digital CMS with FCMS-2026-0001, Anonymous Locked, 72h Auto-Escalation, Email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Features Week 5-8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• Week 5: FCMS-2026-0001 Auto ID Engine + Anonymous Complaint Locked Yes/No</a:t>
            </a:r>
          </a:p>
          <a:p>
            <a:pPr>
              <a:spcAft>
                <a:spcPts val="800"/>
              </a:spcAft>
              <a:defRPr sz="1600"/>
            </a:pPr>
            <a:r>
              <a:t>• Week 6: My Complaints Page - List with FCMS code, Search by FCMS-2026-0001, Status Tracking</a:t>
            </a:r>
          </a:p>
          <a:p>
            <a:pPr>
              <a:spcAft>
                <a:spcPts val="800"/>
              </a:spcAft>
              <a:defRPr sz="1600"/>
            </a:pPr>
            <a:r>
              <a:t>• Week 7: Admin Panel /admin/complaints + Status Update + 72h Auto-Escalation php artisan complaints:escalate -&gt; 1 complaints escalated after 72h!</a:t>
            </a:r>
          </a:p>
          <a:p>
            <a:pPr>
              <a:spcAft>
                <a:spcPts val="800"/>
              </a:spcAft>
              <a:defRPr sz="1600"/>
            </a:pPr>
            <a:r>
              <a:t>• Week 8: Email Notification - ComplaintStatusMail - FCMS Resolved email in log + Gmail Inbox</a:t>
            </a:r>
          </a:p>
          <a:p>
            <a:pPr>
              <a:spcAft>
                <a:spcPts val="800"/>
              </a:spcAft>
              <a:defRPr sz="1600"/>
            </a:pPr>
            <a:r>
              <a:t>• Security: Role-based access student, coordinator, hod, 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• Backend: Laravel 11, PHP 8.2, SQLite (database.sqlite)</a:t>
            </a:r>
          </a:p>
          <a:p>
            <a:pPr>
              <a:spcAft>
                <a:spcPts val="800"/>
              </a:spcAft>
              <a:defRPr sz="1600"/>
            </a:pPr>
            <a:r>
              <a:t>• Frontend: Blade, Tailwind CSS, HTML</a:t>
            </a:r>
          </a:p>
          <a:p>
            <a:pPr>
              <a:spcAft>
                <a:spcPts val="800"/>
              </a:spcAft>
              <a:defRPr sz="1600"/>
            </a:pPr>
            <a:r>
              <a:t>• Features: Laravel Mail, Console Commands, Eloquent ORM</a:t>
            </a:r>
          </a:p>
          <a:p>
            <a:pPr>
              <a:spcAft>
                <a:spcPts val="800"/>
              </a:spcAft>
              <a:defRPr sz="1600"/>
            </a:pPr>
            <a:r>
              <a:t>• Tools: VS Code, Git, GitHub, dbdiagram.io for ERD</a:t>
            </a:r>
          </a:p>
          <a:p>
            <a:pPr>
              <a:spcAft>
                <a:spcPts val="800"/>
              </a:spcAft>
              <a:defRPr sz="1600"/>
            </a:pPr>
            <a:r>
              <a:t>• Security: Anonymous flag, Role-based, complaint_code UNIQUE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ERD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• Tables: users (id PK, name, email, role) and complaints (id PK, complaint_code UNIQUE FCMS-2026-0001, user_id FK-&gt;users.id, category, description, status, is_anonymous BOOLEAN, remarks, resolved_at, created_at)</a:t>
            </a:r>
          </a:p>
          <a:p>
            <a:pPr>
              <a:spcAft>
                <a:spcPts val="800"/>
              </a:spcAft>
              <a:defRPr sz="1600"/>
            </a:pPr>
            <a:r>
              <a:t>• Relationship: One USER can have many COMPLAINTS (One-to-Many) complaints.user_id -&gt; users.id FOREIGN KEY</a:t>
            </a:r>
          </a:p>
          <a:p>
            <a:pPr>
              <a:spcAft>
                <a:spcPts val="800"/>
              </a:spcAft>
              <a:defRPr sz="1600"/>
            </a:pPr>
            <a:r>
              <a:t>• Constraints: complaint_code UNIQUE, status ENUM pending/in-progress/resolved/escalated, is_anonymous DEFAULT false</a:t>
            </a:r>
          </a:p>
          <a:p>
            <a:pPr>
              <a:spcAft>
                <a:spcPts val="800"/>
              </a:spcAft>
              <a:defRPr sz="1600"/>
            </a:pPr>
            <a:r>
              <a:t>• Image: public/ERD.png saved in public folder, shown in README.md</a:t>
            </a:r>
          </a:p>
        </p:txBody>
      </p:sp>
      <p:pic>
        <p:nvPicPr>
          <p:cNvPr id="4" name="Picture 3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0584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Workflow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• Step 1: Student Register/Login -&gt; Submit Complaint -&gt; Category, Description, Anonymous Checkbox -&gt; System generates FCMS-2026-0001</a:t>
            </a:r>
          </a:p>
          <a:p>
            <a:pPr>
              <a:spcAft>
                <a:spcPts val="800"/>
              </a:spcAft>
              <a:defRPr sz="1600"/>
            </a:pPr>
            <a:r>
              <a:t>• Step 2: My Complaints -&gt; See FCMS-2026-0001 pending with status badge</a:t>
            </a:r>
          </a:p>
          <a:p>
            <a:pPr>
              <a:spcAft>
                <a:spcPts val="800"/>
              </a:spcAft>
              <a:defRPr sz="1600"/>
            </a:pPr>
            <a:r>
              <a:t>• Step 3: Coordinator Login coordinator@fuuast.edu.pk -&gt; Admin Panel /admin/complaints -&gt; Update Status to Resolved + Remarks</a:t>
            </a:r>
          </a:p>
          <a:p>
            <a:pPr>
              <a:spcAft>
                <a:spcPts val="800"/>
              </a:spcAft>
              <a:defRPr sz="1600"/>
            </a:pPr>
            <a:r>
              <a:t>• Step 4: System sends Email: ComplaintStatusMail -&gt; Subject FCMS-2026-0001 resolved -&gt; Log in storage/logs/laravel.log + Gmail Inbox</a:t>
            </a:r>
          </a:p>
          <a:p>
            <a:pPr>
              <a:spcAft>
                <a:spcPts val="800"/>
              </a:spcAft>
              <a:defRPr sz="1600"/>
            </a:pPr>
            <a:r>
              <a:t>• Step 5: If pending &gt;72h: php artisan complaints:escalate -&gt; Status auto escalated -&gt; Remarks: Auto-escalated after 72h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72h Auto-Escalation - Technical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• Command: app/Console/Commands/EscalateComplaints.php</a:t>
            </a:r>
          </a:p>
          <a:p>
            <a:pPr>
              <a:spcAft>
                <a:spcPts val="800"/>
              </a:spcAft>
              <a:defRPr sz="1600"/>
            </a:pPr>
            <a:r>
              <a:t>• Logic: Check where status=pending and created_at &lt; now()-&gt;subHours(72) -&gt; Update to escalated + remarks</a:t>
            </a:r>
          </a:p>
          <a:p>
            <a:pPr>
              <a:spcAft>
                <a:spcPts val="800"/>
              </a:spcAft>
              <a:defRPr sz="1600"/>
            </a:pPr>
            <a:r>
              <a:t>• Cron: Can be scheduled daily via Laravel Scheduler</a:t>
            </a:r>
          </a:p>
          <a:p>
            <a:pPr>
              <a:spcAft>
                <a:spcPts val="800"/>
              </a:spcAft>
              <a:defRPr sz="1600"/>
            </a:pPr>
            <a:r>
              <a:t>• Terminal Proof: 1 complaints escalated after 72h! - Screenshot with FCMS-2026-0001</a:t>
            </a:r>
          </a:p>
          <a:p>
            <a:pPr>
              <a:spcAft>
                <a:spcPts val="800"/>
              </a:spcAft>
              <a:defRPr sz="1600"/>
            </a:pPr>
            <a:r>
              <a:t>• Test Route: /test-escalate sets FCMS-2026-0001 to 4 days old pending for testing</a:t>
            </a:r>
          </a:p>
          <a:p>
            <a:pPr>
              <a:spcAft>
                <a:spcPts val="800"/>
              </a:spcAft>
              <a:defRPr sz="1600"/>
            </a:pPr>
            <a:r>
              <a:t>• Viva Point: What if coordinator doesn't act? Auto-escalation to HOD after 72h!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Email Notification - Week 8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• File: app/Mail/ComplaintStatusMail.php - Mailable class with $complaint</a:t>
            </a:r>
          </a:p>
          <a:p>
            <a:pPr>
              <a:spcAft>
                <a:spcPts val="800"/>
              </a:spcAft>
              <a:defRPr sz="1600"/>
            </a:pPr>
            <a:r>
              <a:t>• View: resources/views/emails/complaint_status.blade.php - HTML email with FCMS code, Status, Remarks</a:t>
            </a:r>
          </a:p>
          <a:p>
            <a:pPr>
              <a:spcAft>
                <a:spcPts val="800"/>
              </a:spcAft>
              <a:defRPr sz="1600"/>
            </a:pPr>
            <a:r>
              <a:t>• Controller: Admin/ComplaintController.php - updateStatus sends Mail::to(user-&gt;email)-&gt;send(new ComplaintStatusMail)</a:t>
            </a:r>
          </a:p>
          <a:p>
            <a:pPr>
              <a:spcAft>
                <a:spcPts val="800"/>
              </a:spcAft>
              <a:defRPr sz="1600"/>
            </a:pPr>
            <a:r>
              <a:t>• .env: MAIL_MAILER=log for testing (saves to storage/logs/laravel.log) + smtp for real Gmail</a:t>
            </a:r>
          </a:p>
          <a:p>
            <a:pPr>
              <a:spcAft>
                <a:spcPts val="800"/>
              </a:spcAft>
              <a:defRPr sz="1600"/>
            </a:pPr>
            <a:r>
              <a:t>• Proof: laravel.log opened in Notepad shows From: fuuast@fuuast.edu.pk, Subject: FCMS-2026-0001 resolved + Gmail Inbox 2 emails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GitHub &amp; Deployment - 48 Commits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• GitHub: https://github.com/aimalkhanbangash11111-design/fuuast-cms</a:t>
            </a:r>
          </a:p>
          <a:p>
            <a:pPr>
              <a:spcAft>
                <a:spcPts val="800"/>
              </a:spcAft>
              <a:defRPr sz="1600"/>
            </a:pPr>
            <a:r>
              <a:t>• Commits: Week1-8 - Week5 ID Engine, Week6 My Complaints, Week7 Admin +72h, Week8 Email+ERD+README</a:t>
            </a:r>
          </a:p>
          <a:p>
            <a:pPr>
              <a:spcAft>
                <a:spcPts val="800"/>
              </a:spcAft>
              <a:defRPr sz="1600"/>
            </a:pPr>
            <a:r>
              <a:t>• README.md: Features, Tech Stack, Setup, Admin Login, Viva Points FCMS-2026-0001</a:t>
            </a:r>
          </a:p>
          <a:p>
            <a:pPr>
              <a:spcAft>
                <a:spcPts val="800"/>
              </a:spcAft>
              <a:defRPr sz="1600"/>
            </a:pPr>
            <a:r>
              <a:t>• public/ERD.png: ERD image saved in public folder</a:t>
            </a:r>
          </a:p>
          <a:p>
            <a:pPr>
              <a:spcAft>
                <a:spcPts val="800"/>
              </a:spcAft>
              <a:defRPr sz="1600"/>
            </a:pPr>
            <a:r>
              <a:t>• Deployment: Ready for Render.com / Hostinger - composer install &amp;&amp; php artisan migrate --force</a:t>
            </a:r>
          </a:p>
          <a:p>
            <a:pPr>
              <a:spcAft>
                <a:spcPts val="800"/>
              </a:spcAft>
              <a:defRPr sz="1600"/>
            </a:pPr>
            <a:r>
              <a:t>• Stats: 48 commits, 10+ files, 2 tables, 1 command, 1 mail, 1 ERD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Live Demo &amp; Conclusion - FYP DONE!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• Demo: Student Login -&gt; Submit Complaint -&gt; Get FCMS-2026-0001 -&gt; My Complaints -&gt; Search -&gt; Admin Login -&gt; /admin/complaints -&gt; Update Resolved -&gt; Email Sent! -&gt; Check laravel.log + Gmail</a:t>
            </a:r>
          </a:p>
          <a:p>
            <a:pPr>
              <a:spcAft>
                <a:spcPts val="800"/>
              </a:spcAft>
              <a:defRPr sz="1600"/>
            </a:pPr>
            <a:r>
              <a:t>• Viva Q&amp;A: Q1: FCMS-2026-0001 generation? A: Complaint model boot creates FCMS-YEAR-XXXX auto increment</a:t>
            </a:r>
          </a:p>
          <a:p>
            <a:pPr>
              <a:spcAft>
                <a:spcPts val="800"/>
              </a:spcAft>
              <a:defRPr sz="1600"/>
            </a:pPr>
            <a:r>
              <a:t>• Q2: Anonymous? A: is_anonymous boolean hides name Q3: 72h? A: EscalateComplaints checks created_at &lt;72h Q4: Email? A: ComplaintStatusMail</a:t>
            </a:r>
          </a:p>
          <a:p>
            <a:pPr>
              <a:spcAft>
                <a:spcPts val="800"/>
              </a:spcAft>
              <a:defRPr sz="1600"/>
            </a:pPr>
            <a:r>
              <a:t>• Future: SMS Notification, File Attachment, Department-wise routing, Dashboard analytics</a:t>
            </a:r>
          </a:p>
          <a:p>
            <a:pPr>
              <a:spcAft>
                <a:spcPts val="800"/>
              </a:spcAft>
              <a:defRPr sz="1600"/>
            </a:pPr>
            <a:r>
              <a:t>• Thank You: FUUAST CMS v1.0 - Final Year Project - Aimal Khan Ahmed Khan - Degree Done!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