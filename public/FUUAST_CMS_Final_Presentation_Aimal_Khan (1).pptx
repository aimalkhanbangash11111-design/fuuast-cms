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Calibri"/>
              </a:defRPr>
            </a:pPr>
            <a:r>
              <a:t>FUUAST CMS - Complaint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Final Year Project - Federal Urdu University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Student: Aimal Khan Ahmed Khan - FUUAST-2022-BSCS-XXX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Features: FCMS-2026-0001 Auto ID | Anonymous | 72h Escalation | Email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Tech: Laravel 11, PHP 8.2, SQLite, Blade, Tailwind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GitHub: 48 Commits - aimalkhanbangash11111-design/fuuast-cms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Admin Login: coordinator@fuuast.edu.pk / 12345678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Viva Points: FCMS ID, Anonymous, 72h Auto, Email Notification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Problem Statement - Why FUUAST CMS?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Manual complaint system: Papers lost, no tracking, no transparency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Students afraid to complain due to identity reveal - fear of teacher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No escalation if coordinator doesn't act within time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No email notification on status change - student doesn't know result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Solution: Digital CMS with FCMS-2026-0001 auto tracking, Anonymous feature, 72h Auto-Escalation, Email Notification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Benefits: Transparency, Privacy, Accountability, Digital Record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Key Features - Week 5 to Week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Week 5: FCMS-2026-0001 Auto ID Engine - Format: FCMS-YYYY-XXXX - Unique, auto increment - + Anonymous Checkbox (is_anonymous boolean)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Week 6: My Complaints Page - Student sees all complaints with FCMS code, status badges - Search by FCMS-2026-0001 - Tracking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Week 7: Admin Panel /admin/complaints - View all, update status Pending-&gt;In-Progress-&gt;Resolved + Remarks - 72h Auto-Escalation Command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php artisan complaints:escalate - Checks pending &gt;72h - Auto status to escalated - Terminal proof: 1 complaints escalated after 72h!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Week 8: Email Notification - ComplaintStatusMail - resources/views/emails/complaint_status.blade.php - From fuuast@fuuast.edu.pk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Proof: storage/logs/laravel.log + Gmail Inbox shows FCMS-2026-0001 Resolved emails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Backend: Laravel 11, PHP 8.2, SQLite (database.sqlite) - No MySQL needed, portable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Frontend: Blade Templates, Tailwind CSS, HTML, JavaScript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Laravel Features Used: Eloquent ORM, Console Commands (EscalateComplaints.php), Mailables (ComplaintStatusMail.php), Middleware, Migrations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Tools: VS Code, Git &amp; GitHub (48 Commits), XAMPP, dbdiagram.io for ERD, Notepad for laravel.log check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Security: Anonymous flag hides name, Role-based access - student, coordinator, hod, admin - CSRF protection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Config: SESSION_DRIVER=file, DB_CONNECTION=sqlite, MAIL_MAILER=log for viva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ERD - 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Table 1: users - id (PK, INT, AUTO_INCREMENT), name VARCHAR(100) NOT NULL, email VARCHAR(150) UNIQUE NOT NULL, role VARCHAR(50) NOT NULL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Table 2: complaints - id (PK), complaint_code VARCHAR(30) UNIQUE - Example FCMS-2026-0001, user_id INT FK-&gt;users.id NOT NULL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complaints columns: category VARCHAR(50), description TEXT, status ENUM pending/in-progress/resolved/escalated, is_anonymous BOOLEAN DEFAULT FALSE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More: remarks TEXT NULLABLE, resolved_at DATETIME NULLABLE, created_at DEFAULT CURRENT_TIMESTAMP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Relationship: One User can have Many Complaints (One-to-Many) - Foreign Key: complaints.user_id -&gt; users.id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ERD saved in public/ERD.png - 161 KB - Shows in GitHub README as image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Legend: PK=Primary Key, FK=Foreign Key, UNIQUE=No duplicates</a:t>
            </a:r>
          </a:p>
        </p:txBody>
      </p:sp>
      <p:pic>
        <p:nvPicPr>
          <p:cNvPr id="5" name="Picture 4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389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Workflow - Student to Admin to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1: Student Register/Login -&gt; Dashboard -&gt; Submit Complaint -&gt; Form: Category (Academic/Admin/Hostel), Description, Anonymous? Yes/No checkbox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System auto generates: FCMS-2026-0001 - Saved in complaints table - complaint_code UNIQUE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2: Student -&gt; My Complaints page -&gt; List shows FCMS-2026-0001 with status pending (yellow badge), category, date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3: Admin Login coordinator@fuuast.edu.pk / 12345678 -&gt; Route /admin/complaints -&gt; Table shows all complaints including FCMS-2026-0001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Admin updates status: pending to in-progress to resolved + adds remarks: Issue fixed, please check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4: On update, system triggers Mail::to(student_email)-&gt;send(new ComplaintStatusMail) -&gt; Email sent with FCMS code, new status, remarks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5: If complaint stays pending &gt;72 hours: Run php artisan complaints:escalate -&gt; Auto changes status to escalated - Remark: Auto-escalated after 72h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72h Auto-Escalation -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File: app/Console/Commands/EscalateComplaints.php - Command signature: complaints:escalate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Logic: Complaint::where('status','pending')-&gt;where('created_at','&lt;', now()-&gt;subHours(72))-&gt;get() -&gt; foreach update to escalated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Update: status = 'escalated', remarks = 'Auto-escalated after 72h - No action by Coordinator'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Terminal Proof: php artisan complaints:escalate outputs: 1 complaints escalated after 72h! - Screenshot for Viva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Test Setup: Route /test-escalate (deleted after testing) sets FCMS-2026-0001 created_at to 4 days old for demo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Viva Question: What if coordinator doesn't act? Answer: Auto-escalation to HOD after 72h ensures accountability!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Bonus: Can be scheduled via Laravel Scheduler -&gt; $schedule-&gt;command('complaints:escalate')-&gt;daily()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Email Notification - Week 8 Day 1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1: php artisan make:mail ComplaintStatusMail - Creates app/Mail/ComplaintStatusMail.php with $complaint property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2: Create Blade view resources/views/emails/complaint_status.blade.php - HTML with FCMS code, status, remarks, category, anonymous flag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3: Update Admin/ComplaintController.php - updateStatus() method: use Mail, use ComplaintStatusMail, then Mail::to($user-&gt;email)-&gt;send(...)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 4: .env setup: Initially MAIL_MAILER=log (for viva proof in logs) - Later MAIL_MAILER=smtp with Gmail credentials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.env fix: Original had only .env.example with mysql - Created .env via copy + php artisan key:generate + Set DB to sqlite + SESSION_DRIVER=file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Proof 1: storage/logs/laravel.log opened in Notepad shows: From: fuuast@fuuast.edu.pk Subject: FCMS-2026-0001 resolved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Proof 2: Gmail Inbox screenshot shows 2 emails: FCMS-2026-0001 Resolved - Student receives real email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GitHub &amp; Deployment - 48 Commits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GitHub Repo: github.com/aimalkhanbangash11111-design/fuuast-cms - Public, 48 Commits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Commit History: Week 1-4: Setup + Auth, Week 5: FCMS-2026-0001 ID Engine + Anonymous, Week 6: My Complaints + Search, Week 7: Admin Panel + 72h Escalation, Week 8: Email + ERD + README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README.md includes: Features list, Tech Stack, Setup: composer install, cp .env.example .env, php artisan key:generate, migrate, serve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Admin Login credentials in README: coordinator@fuuast.edu.pk / 12345678 - Viva Points listed clearly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public/ERD.png: ERD image saved in public folder (161 KB) - README shows ![ERD](public/ERD.png) - Renders on GitHub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Deployment Ready: Can deploy on Render.com / Hostinger - Build Command: composer install &amp;&amp; php artisan migrate --force, Start: php artisan serve --host=0.0.0.0 --port=10000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Files: app, bootstrap, config, database (database.sqlite), public (ERD.png, index.php), resources (views), routes - All pushed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Calibri"/>
              </a:defRPr>
            </a:pPr>
            <a:r>
              <a:t>Live Demo &amp; Conclusion - FYP DONE!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Live Demo Flow (2 min): 1. Student Login -&gt; 2. Submit Complaint -&gt; Get FCMS-2026-0001 -&gt; 3. My Complaints page search FCMS code -&gt; 4. Admin Login /admin/complaints -&gt; Update FCMS-2026-0001 to Resolved -&gt; 5. Check storage/logs/laravel.log + Gmail Inbox for email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Viva Q&amp;A Preparation: Q: How FCMS-2026-0001 generated? A: Complaint model boot() creates FCMS-YEAR-XXXX auto increment via Complaint::count()+1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Q: Anonymous how? A: is_anonymous boolean - If true, show 'Anonymous' instead of name in admin panel - Hide student identity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Q: 72h escalation? A: Console command checks created_at &lt; 72h - Auto update status - Ensures no complaint ignored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Q: Email? A: ComplaintStatusMail Mailable + Blade view + Admin Controller sends on status update - Log + SMTP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Future Enhancements: SMS Notification, File Attachment for proof, Department-wise routing, Analytics Dashboard, Mobile App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Thank You! FUUAST CMS v1.0 - Final Year Project Complete! Degree Done! 🎓 - Aimal Khan Ahmed Khan - FUUAST-2022-BSCS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